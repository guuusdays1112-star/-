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半透明オーバーレイ（上部）" descr="overlay_top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858000"/>
          </a:xfrm>
          <a:prstGeom prst="rect">
            <a:avLst/>
          </a:prstGeom>
        </p:spPr>
      </p:pic>
      <p:sp>
        <p:nvSpPr>
          <p:cNvPr id="4" name="03_ラベル地（ボルドー）"/>
          <p:cNvSpPr/>
          <p:nvPr/>
        </p:nvSpPr>
        <p:spPr>
          <a:xfrm>
            <a:off x="762000" y="685800"/>
            <a:ext cx="2038350" cy="438150"/>
          </a:xfrm>
          <a:prstGeom prst="rect">
            <a:avLst/>
          </a:prstGeom>
          <a:solidFill>
            <a:srgbClr val="754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04_ラベル文字"/>
          <p:cNvSpPr txBox="1"/>
          <p:nvPr/>
        </p:nvSpPr>
        <p:spPr>
          <a:xfrm>
            <a:off x="762000" y="685800"/>
            <a:ext cx="203835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spc="45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関西の純喫茶</a:t>
            </a:r>
          </a:p>
        </p:txBody>
      </p:sp>
      <p:sp>
        <p:nvSpPr>
          <p:cNvPr id="6" name="05_メインタイトル（1行目）"/>
          <p:cNvSpPr txBox="1"/>
          <p:nvPr/>
        </p:nvSpPr>
        <p:spPr>
          <a:xfrm>
            <a:off x="723900" y="1333500"/>
            <a:ext cx="57150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500" b="1" spc="-15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絵を</a:t>
            </a:r>
          </a:p>
        </p:txBody>
      </p:sp>
      <p:sp>
        <p:nvSpPr>
          <p:cNvPr id="7" name="06_メインタイトル（2行目）"/>
          <p:cNvSpPr txBox="1"/>
          <p:nvPr/>
        </p:nvSpPr>
        <p:spPr>
          <a:xfrm>
            <a:off x="666750" y="2400300"/>
            <a:ext cx="9144000" cy="1619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100" b="1" spc="-60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描きたくなる</a:t>
            </a:r>
          </a:p>
        </p:txBody>
      </p:sp>
      <p:sp>
        <p:nvSpPr>
          <p:cNvPr id="8" name="07_メインタイトル（3行目）"/>
          <p:cNvSpPr txBox="1"/>
          <p:nvPr/>
        </p:nvSpPr>
        <p:spPr>
          <a:xfrm>
            <a:off x="1905000" y="3848100"/>
            <a:ext cx="8191500" cy="2000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100" b="1" spc="-75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喫茶店!</a:t>
            </a:r>
          </a:p>
        </p:txBody>
      </p:sp>
      <p:cxnSp>
        <p:nvCxnSpPr>
          <p:cNvPr id="9" name="08_装飾線（琥珀）"/>
          <p:cNvCxnSpPr/>
          <p:nvPr/>
        </p:nvCxnSpPr>
        <p:spPr>
          <a:xfrm>
            <a:off x="2019300" y="5981700"/>
            <a:ext cx="3695700" cy="0"/>
          </a:xfrm>
          <a:prstGeom prst="line">
            <a:avLst/>
          </a:prstGeom>
          <a:ln w="57150">
            <a:solidFill>
              <a:srgbClr val="D9A8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09_サブタイトル"/>
          <p:cNvSpPr txBox="1"/>
          <p:nvPr/>
        </p:nvSpPr>
        <p:spPr>
          <a:xfrm>
            <a:off x="3009900" y="752475"/>
            <a:ext cx="685800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b="0" spc="30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いちじくのフルーツサンドと、スケッチ帳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