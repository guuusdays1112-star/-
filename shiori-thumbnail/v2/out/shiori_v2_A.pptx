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半透明オーバーレイ（上部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4" name="03_ラベル地（ボルドー）"/>
          <p:cNvSpPr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solidFill>
            <a:srgbClr val="754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ラベル文字"/>
          <p:cNvSpPr txBox="1"/>
          <p:nvPr/>
        </p:nvSpPr>
        <p:spPr>
          <a:xfrm>
            <a:off x="762000" y="685800"/>
            <a:ext cx="203835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spc="4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関西の純喫茶</a:t>
            </a:r>
          </a:p>
        </p:txBody>
      </p:sp>
      <p:sp>
        <p:nvSpPr>
          <p:cNvPr id="6" name="05_メインタイトル（1行目）"/>
          <p:cNvSpPr txBox="1"/>
          <p:nvPr/>
        </p:nvSpPr>
        <p:spPr>
          <a:xfrm>
            <a:off x="723900" y="1333500"/>
            <a:ext cx="5715000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spc="-1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絵を</a:t>
            </a:r>
          </a:p>
        </p:txBody>
      </p:sp>
      <p:sp>
        <p:nvSpPr>
          <p:cNvPr id="7" name="06_メインタイトル（2行目）"/>
          <p:cNvSpPr txBox="1"/>
          <p:nvPr/>
        </p:nvSpPr>
        <p:spPr>
          <a:xfrm>
            <a:off x="666750" y="2400300"/>
            <a:ext cx="9144000" cy="1619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100" b="1" spc="-6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描きたくなる</a:t>
            </a:r>
          </a:p>
        </p:txBody>
      </p:sp>
      <p:sp>
        <p:nvSpPr>
          <p:cNvPr id="8" name="07_メインタイトル（3行目）"/>
          <p:cNvSpPr txBox="1"/>
          <p:nvPr/>
        </p:nvSpPr>
        <p:spPr>
          <a:xfrm>
            <a:off x="1905000" y="3848100"/>
            <a:ext cx="8191500" cy="2000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100" b="1" spc="-75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喫茶店!</a:t>
            </a:r>
          </a:p>
        </p:txBody>
      </p:sp>
      <p:cxnSp>
        <p:nvCxnSpPr>
          <p:cNvPr id="9" name="08_装飾線（琥珀）"/>
          <p:cNvCxnSpPr/>
          <p:nvPr/>
        </p:nvCxnSpPr>
        <p:spPr>
          <a:xfrm>
            <a:off x="2019300" y="5981700"/>
            <a:ext cx="3695700" cy="0"/>
          </a:xfrm>
          <a:prstGeom prst="line">
            <a:avLst/>
          </a:prstGeom>
          <a:ln w="57150">
            <a:solidFill>
              <a:srgbClr val="D9A8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09_サブタイトル"/>
          <p:cNvSpPr txBox="1"/>
          <p:nvPr/>
        </p:nvSpPr>
        <p:spPr>
          <a:xfrm>
            <a:off x="3009900" y="752475"/>
            <a:ext cx="6858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300">
                <a:solidFill>
                  <a:srgbClr val="F4EFE5"/>
                </a:solidFill>
                <a:latin typeface="Shippori Mincho"/>
                <a:ea typeface="Shippori Mincho"/>
                <a:cs typeface="Shippori Mincho"/>
              </a:rPr>
              <a:t>いちじくのフルーツサンドと、スケッチ帳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