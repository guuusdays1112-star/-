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1_背景（アイボリーの額縁）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4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02_背景写真" descr="photo_fram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342900"/>
            <a:ext cx="9601200" cy="11391900"/>
          </a:xfrm>
          <a:prstGeom prst="rect">
            <a:avLst/>
          </a:prstGeom>
        </p:spPr>
      </p:pic>
      <p:pic>
        <p:nvPicPr>
          <p:cNvPr id="4" name="03_半透明オーバーレイ（上部）" descr="overlay_top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342900"/>
            <a:ext cx="9601200" cy="6096000"/>
          </a:xfrm>
          <a:prstGeom prst="rect">
            <a:avLst/>
          </a:prstGeom>
        </p:spPr>
      </p:pic>
      <p:sp>
        <p:nvSpPr>
          <p:cNvPr id="5" name="04_メインタイトル（1行目）"/>
          <p:cNvSpPr txBox="1"/>
          <p:nvPr/>
        </p:nvSpPr>
        <p:spPr>
          <a:xfrm>
            <a:off x="800100" y="876300"/>
            <a:ext cx="6667500" cy="1143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900" b="1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いちじくの</a:t>
            </a:r>
          </a:p>
        </p:txBody>
      </p:sp>
      <p:sp>
        <p:nvSpPr>
          <p:cNvPr id="6" name="05_メインタイトル（2行目）"/>
          <p:cNvSpPr txBox="1"/>
          <p:nvPr/>
        </p:nvSpPr>
        <p:spPr>
          <a:xfrm>
            <a:off x="704850" y="1885950"/>
            <a:ext cx="9144000" cy="152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900" b="1" spc="-45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フルーツサンド</a:t>
            </a:r>
          </a:p>
        </p:txBody>
      </p:sp>
      <p:cxnSp>
        <p:nvCxnSpPr>
          <p:cNvPr id="7" name="06_装飾線（琥珀）"/>
          <p:cNvCxnSpPr/>
          <p:nvPr/>
        </p:nvCxnSpPr>
        <p:spPr>
          <a:xfrm>
            <a:off x="838200" y="3762375"/>
            <a:ext cx="571500" cy="0"/>
          </a:xfrm>
          <a:prstGeom prst="line">
            <a:avLst/>
          </a:prstGeom>
          <a:ln w="28575">
            <a:solidFill>
              <a:srgbClr val="D9A8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07_サブタイトル"/>
          <p:cNvSpPr txBox="1"/>
          <p:nvPr/>
        </p:nvSpPr>
        <p:spPr>
          <a:xfrm>
            <a:off x="1581150" y="3562350"/>
            <a:ext cx="7620000" cy="438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50" b="0" spc="375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珈琲と、スケッチの午後。</a:t>
            </a:r>
          </a:p>
        </p:txBody>
      </p:sp>
      <p:sp>
        <p:nvSpPr>
          <p:cNvPr id="9" name="08_署名（栞）"/>
          <p:cNvSpPr txBox="1"/>
          <p:nvPr/>
        </p:nvSpPr>
        <p:spPr>
          <a:xfrm>
            <a:off x="533400" y="11925300"/>
            <a:ext cx="5334000" cy="666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50" b="0" spc="375">
                <a:solidFill>
                  <a:srgbClr val="38251F"/>
                </a:solidFill>
                <a:latin typeface="Shippori Mincho"/>
                <a:ea typeface="Shippori Mincho"/>
                <a:cs typeface="Shippori Mincho"/>
              </a:rPr>
              <a:t>栞｜関西の喫茶店記録</a:t>
            </a:r>
          </a:p>
        </p:txBody>
      </p:sp>
      <p:sp>
        <p:nvSpPr>
          <p:cNvPr id="10" name="09_欧文"/>
          <p:cNvSpPr txBox="1"/>
          <p:nvPr/>
        </p:nvSpPr>
        <p:spPr>
          <a:xfrm>
            <a:off x="4991100" y="11925300"/>
            <a:ext cx="3619500" cy="666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50" b="0" spc="450">
                <a:solidFill>
                  <a:srgbClr val="B77B43"/>
                </a:solidFill>
                <a:latin typeface="Cormorant Garamond"/>
                <a:ea typeface="Cormorant Garamond"/>
                <a:cs typeface="Cormorant Garamond"/>
              </a:rPr>
              <a:t>KISSATEN NOTES</a:t>
            </a:r>
          </a:p>
        </p:txBody>
      </p:sp>
      <p:sp>
        <p:nvSpPr>
          <p:cNvPr id="11" name="10_号数の地（ボルドー）"/>
          <p:cNvSpPr/>
          <p:nvPr/>
        </p:nvSpPr>
        <p:spPr>
          <a:xfrm>
            <a:off x="8743950" y="12049125"/>
            <a:ext cx="1009650" cy="419100"/>
          </a:xfrm>
          <a:prstGeom prst="rect">
            <a:avLst/>
          </a:prstGeom>
          <a:solidFill>
            <a:srgbClr val="754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11_号数（投稿番号）"/>
          <p:cNvSpPr txBox="1"/>
          <p:nvPr/>
        </p:nvSpPr>
        <p:spPr>
          <a:xfrm>
            <a:off x="8743950" y="12049125"/>
            <a:ext cx="1009650" cy="419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spc="150">
                <a:solidFill>
                  <a:srgbClr val="F4EFE5"/>
                </a:solidFill>
                <a:latin typeface="Cormorant Garamond"/>
                <a:ea typeface="Cormorant Garamond"/>
                <a:cs typeface="Cormorant Garamond"/>
              </a:rPr>
              <a:t>No.91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