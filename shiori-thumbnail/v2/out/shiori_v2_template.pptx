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半透明オーバーレイ（上部）" descr="overlay_top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858000"/>
          </a:xfrm>
          <a:prstGeom prst="rect">
            <a:avLst/>
          </a:prstGeom>
        </p:spPr>
      </p:pic>
      <p:sp>
        <p:nvSpPr>
          <p:cNvPr id="4" name="03_ラベル地（ボルドー）"/>
          <p:cNvSpPr/>
          <p:nvPr/>
        </p:nvSpPr>
        <p:spPr>
          <a:xfrm>
            <a:off x="762000" y="685800"/>
            <a:ext cx="2038350" cy="438150"/>
          </a:xfrm>
          <a:prstGeom prst="rect">
            <a:avLst/>
          </a:prstGeom>
          <a:solidFill>
            <a:srgbClr val="754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04_ラベル文字"/>
          <p:cNvSpPr txBox="1"/>
          <p:nvPr/>
        </p:nvSpPr>
        <p:spPr>
          <a:xfrm>
            <a:off x="762000" y="685800"/>
            <a:ext cx="203835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spc="45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関西の純喫茶</a:t>
            </a:r>
          </a:p>
        </p:txBody>
      </p:sp>
      <p:sp>
        <p:nvSpPr>
          <p:cNvPr id="6" name="05_メインタイトル（1行目）"/>
          <p:cNvSpPr txBox="1"/>
          <p:nvPr/>
        </p:nvSpPr>
        <p:spPr>
          <a:xfrm>
            <a:off x="723900" y="1333500"/>
            <a:ext cx="57150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500" b="1" spc="-15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短い</a:t>
            </a:r>
          </a:p>
        </p:txBody>
      </p:sp>
      <p:sp>
        <p:nvSpPr>
          <p:cNvPr id="7" name="06_メインタイトル（2行目）"/>
          <p:cNvSpPr txBox="1"/>
          <p:nvPr/>
        </p:nvSpPr>
        <p:spPr>
          <a:xfrm>
            <a:off x="666750" y="2400300"/>
            <a:ext cx="9144000" cy="1619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100" b="1" spc="-60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テーマの言葉</a:t>
            </a:r>
          </a:p>
        </p:txBody>
      </p:sp>
      <p:sp>
        <p:nvSpPr>
          <p:cNvPr id="8" name="07_メインタイトル（3行目）"/>
          <p:cNvSpPr txBox="1"/>
          <p:nvPr/>
        </p:nvSpPr>
        <p:spPr>
          <a:xfrm>
            <a:off x="1905000" y="3848100"/>
            <a:ext cx="8191500" cy="2000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100" b="1" spc="-75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喫茶店!</a:t>
            </a:r>
          </a:p>
        </p:txBody>
      </p:sp>
      <p:cxnSp>
        <p:nvCxnSpPr>
          <p:cNvPr id="9" name="08_装飾線（琥珀）"/>
          <p:cNvCxnSpPr/>
          <p:nvPr/>
        </p:nvCxnSpPr>
        <p:spPr>
          <a:xfrm>
            <a:off x="2019300" y="5981700"/>
            <a:ext cx="3695700" cy="0"/>
          </a:xfrm>
          <a:prstGeom prst="line">
            <a:avLst/>
          </a:prstGeom>
          <a:ln w="57150">
            <a:solidFill>
              <a:srgbClr val="D9A8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09_サブタイトル"/>
          <p:cNvSpPr txBox="1"/>
          <p:nvPr/>
        </p:nvSpPr>
        <p:spPr>
          <a:xfrm>
            <a:off x="3009900" y="752475"/>
            <a:ext cx="685800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b="0" spc="30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サブ：主役のメニュー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1_背景（アイボリー）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4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02_誌名（栞）"/>
          <p:cNvSpPr txBox="1"/>
          <p:nvPr/>
        </p:nvSpPr>
        <p:spPr>
          <a:xfrm>
            <a:off x="533400" y="419100"/>
            <a:ext cx="1905000" cy="1428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栞</a:t>
            </a:r>
          </a:p>
        </p:txBody>
      </p:sp>
      <p:sp>
        <p:nvSpPr>
          <p:cNvPr id="4" name="03_誌名サブ"/>
          <p:cNvSpPr txBox="1"/>
          <p:nvPr/>
        </p:nvSpPr>
        <p:spPr>
          <a:xfrm>
            <a:off x="2247900" y="704850"/>
            <a:ext cx="47625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b="0" spc="450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関西の喫茶店記録</a:t>
            </a:r>
          </a:p>
        </p:txBody>
      </p:sp>
      <p:sp>
        <p:nvSpPr>
          <p:cNvPr id="5" name="04_欧文（号表記）"/>
          <p:cNvSpPr txBox="1"/>
          <p:nvPr/>
        </p:nvSpPr>
        <p:spPr>
          <a:xfrm>
            <a:off x="2247900" y="1123950"/>
            <a:ext cx="47625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50" b="0" spc="450">
                <a:solidFill>
                  <a:srgbClr val="B77B43"/>
                </a:solidFill>
                <a:latin typeface="Cormorant Garamond"/>
                <a:ea typeface="Cormorant Garamond"/>
                <a:cs typeface="Cormorant Garamond"/>
              </a:rPr>
              <a:t>KISSATEN NOTES</a:t>
            </a:r>
          </a:p>
        </p:txBody>
      </p:sp>
      <p:sp>
        <p:nvSpPr>
          <p:cNvPr id="6" name="05_号数"/>
          <p:cNvSpPr txBox="1"/>
          <p:nvPr/>
        </p:nvSpPr>
        <p:spPr>
          <a:xfrm>
            <a:off x="6667500" y="1123950"/>
            <a:ext cx="3086100" cy="3238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650" b="0" spc="450">
                <a:solidFill>
                  <a:srgbClr val="B77B43"/>
                </a:solidFill>
                <a:latin typeface="Cormorant Garamond"/>
                <a:ea typeface="Cormorant Garamond"/>
                <a:cs typeface="Cormorant Garamond"/>
              </a:rPr>
              <a:t>SEASON / YEAR</a:t>
            </a:r>
          </a:p>
        </p:txBody>
      </p:sp>
      <p:cxnSp>
        <p:nvCxnSpPr>
          <p:cNvPr id="7" name="06_装飾線（誌名下）"/>
          <p:cNvCxnSpPr/>
          <p:nvPr/>
        </p:nvCxnSpPr>
        <p:spPr>
          <a:xfrm>
            <a:off x="533400" y="1866900"/>
            <a:ext cx="9220200" cy="0"/>
          </a:xfrm>
          <a:prstGeom prst="line">
            <a:avLst/>
          </a:prstGeom>
          <a:ln w="19050">
            <a:solidFill>
              <a:srgbClr val="3825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07_写真" descr="photo_magaz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14550"/>
            <a:ext cx="9220200" cy="7810500"/>
          </a:xfrm>
          <a:prstGeom prst="rect">
            <a:avLst/>
          </a:prstGeom>
        </p:spPr>
      </p:pic>
      <p:sp>
        <p:nvSpPr>
          <p:cNvPr id="9" name="08_半透明オーバーレイ（写真の締め）"/>
          <p:cNvSpPr/>
          <p:nvPr/>
        </p:nvSpPr>
        <p:spPr>
          <a:xfrm>
            <a:off x="533400" y="2114550"/>
            <a:ext cx="9220200" cy="7810500"/>
          </a:xfrm>
          <a:prstGeom prst="rect">
            <a:avLst/>
          </a:prstGeom>
          <a:solidFill>
            <a:srgbClr val="38251F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09_メインタイトル（1行目）"/>
          <p:cNvSpPr txBox="1"/>
          <p:nvPr/>
        </p:nvSpPr>
        <p:spPr>
          <a:xfrm>
            <a:off x="533400" y="10229850"/>
            <a:ext cx="6667500" cy="1047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300" b="1" spc="150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一行目の言葉、</a:t>
            </a:r>
          </a:p>
        </p:txBody>
      </p:sp>
      <p:sp>
        <p:nvSpPr>
          <p:cNvPr id="11" name="10_メインタイトル（2行目）"/>
          <p:cNvSpPr txBox="1"/>
          <p:nvPr/>
        </p:nvSpPr>
        <p:spPr>
          <a:xfrm>
            <a:off x="1447800" y="11220450"/>
            <a:ext cx="7239000" cy="1047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300" b="1" spc="150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二行目の余韻。</a:t>
            </a:r>
          </a:p>
        </p:txBody>
      </p:sp>
      <p:cxnSp>
        <p:nvCxnSpPr>
          <p:cNvPr id="12" name="11_装飾線（特集）"/>
          <p:cNvCxnSpPr/>
          <p:nvPr/>
        </p:nvCxnSpPr>
        <p:spPr>
          <a:xfrm>
            <a:off x="7810500" y="10591800"/>
            <a:ext cx="1943100" cy="0"/>
          </a:xfrm>
          <a:prstGeom prst="line">
            <a:avLst/>
          </a:prstGeom>
          <a:ln w="19050">
            <a:solidFill>
              <a:srgbClr val="B77B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12_サブタイトル"/>
          <p:cNvSpPr txBox="1"/>
          <p:nvPr/>
        </p:nvSpPr>
        <p:spPr>
          <a:xfrm>
            <a:off x="6324600" y="10725150"/>
            <a:ext cx="3429000" cy="762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ct val="150000"/>
              </a:lnSpc>
            </a:pPr>
            <a:r>
              <a:rPr sz="1650" b="0" spc="225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サブ：メニュー名
店名・街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1_背景（アイボリーの額縁）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4E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02_背景写真" descr="photo_fram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342900"/>
            <a:ext cx="9601200" cy="11391900"/>
          </a:xfrm>
          <a:prstGeom prst="rect">
            <a:avLst/>
          </a:prstGeom>
        </p:spPr>
      </p:pic>
      <p:pic>
        <p:nvPicPr>
          <p:cNvPr id="4" name="03_半透明オーバーレイ（上部）" descr="overlay_top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" y="342900"/>
            <a:ext cx="9601200" cy="6096000"/>
          </a:xfrm>
          <a:prstGeom prst="rect">
            <a:avLst/>
          </a:prstGeom>
        </p:spPr>
      </p:pic>
      <p:sp>
        <p:nvSpPr>
          <p:cNvPr id="5" name="04_メインタイトル（1行目）"/>
          <p:cNvSpPr txBox="1"/>
          <p:nvPr/>
        </p:nvSpPr>
        <p:spPr>
          <a:xfrm>
            <a:off x="800100" y="876300"/>
            <a:ext cx="66675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900" b="1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主役の</a:t>
            </a:r>
          </a:p>
        </p:txBody>
      </p:sp>
      <p:sp>
        <p:nvSpPr>
          <p:cNvPr id="6" name="05_メインタイトル（2行目）"/>
          <p:cNvSpPr txBox="1"/>
          <p:nvPr/>
        </p:nvSpPr>
        <p:spPr>
          <a:xfrm>
            <a:off x="704850" y="1885950"/>
            <a:ext cx="9144000" cy="1524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900" b="1" spc="-450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メニュー名</a:t>
            </a:r>
          </a:p>
        </p:txBody>
      </p:sp>
      <p:cxnSp>
        <p:nvCxnSpPr>
          <p:cNvPr id="7" name="06_装飾線（琥珀）"/>
          <p:cNvCxnSpPr/>
          <p:nvPr/>
        </p:nvCxnSpPr>
        <p:spPr>
          <a:xfrm>
            <a:off x="838200" y="3762375"/>
            <a:ext cx="571500" cy="0"/>
          </a:xfrm>
          <a:prstGeom prst="line">
            <a:avLst/>
          </a:prstGeom>
          <a:ln w="28575">
            <a:solidFill>
              <a:srgbClr val="D9A8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07_サブタイトル"/>
          <p:cNvSpPr txBox="1"/>
          <p:nvPr/>
        </p:nvSpPr>
        <p:spPr>
          <a:xfrm>
            <a:off x="1581150" y="3562350"/>
            <a:ext cx="76200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550" b="0" spc="375">
                <a:solidFill>
                  <a:srgbClr val="F4EFE5"/>
                </a:solidFill>
                <a:latin typeface="Shippori Mincho"/>
                <a:ea typeface="Shippori Mincho"/>
                <a:cs typeface="Shippori Mincho"/>
              </a:rPr>
              <a:t>過ごし方の、ひとこと。</a:t>
            </a:r>
          </a:p>
        </p:txBody>
      </p:sp>
      <p:sp>
        <p:nvSpPr>
          <p:cNvPr id="9" name="08_署名（栞）"/>
          <p:cNvSpPr txBox="1"/>
          <p:nvPr/>
        </p:nvSpPr>
        <p:spPr>
          <a:xfrm>
            <a:off x="533400" y="11925300"/>
            <a:ext cx="533400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b="0" spc="375">
                <a:solidFill>
                  <a:srgbClr val="38251F"/>
                </a:solidFill>
                <a:latin typeface="Shippori Mincho"/>
                <a:ea typeface="Shippori Mincho"/>
                <a:cs typeface="Shippori Mincho"/>
              </a:rPr>
              <a:t>栞｜関西の喫茶店記録</a:t>
            </a:r>
          </a:p>
        </p:txBody>
      </p:sp>
      <p:sp>
        <p:nvSpPr>
          <p:cNvPr id="10" name="09_欧文"/>
          <p:cNvSpPr txBox="1"/>
          <p:nvPr/>
        </p:nvSpPr>
        <p:spPr>
          <a:xfrm>
            <a:off x="4991100" y="11925300"/>
            <a:ext cx="3619500" cy="666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650" b="0" spc="450">
                <a:solidFill>
                  <a:srgbClr val="B77B43"/>
                </a:solidFill>
                <a:latin typeface="Cormorant Garamond"/>
                <a:ea typeface="Cormorant Garamond"/>
                <a:cs typeface="Cormorant Garamond"/>
              </a:rPr>
              <a:t>KISSATEN NOTES</a:t>
            </a:r>
          </a:p>
        </p:txBody>
      </p:sp>
      <p:sp>
        <p:nvSpPr>
          <p:cNvPr id="11" name="10_号数の地（ボルドー）"/>
          <p:cNvSpPr/>
          <p:nvPr/>
        </p:nvSpPr>
        <p:spPr>
          <a:xfrm>
            <a:off x="8743950" y="12049125"/>
            <a:ext cx="1009650" cy="419100"/>
          </a:xfrm>
          <a:prstGeom prst="rect">
            <a:avLst/>
          </a:prstGeom>
          <a:solidFill>
            <a:srgbClr val="7546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11_号数（投稿番号）"/>
          <p:cNvSpPr txBox="1"/>
          <p:nvPr/>
        </p:nvSpPr>
        <p:spPr>
          <a:xfrm>
            <a:off x="8743950" y="12049125"/>
            <a:ext cx="1009650" cy="4191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1" spc="150">
                <a:solidFill>
                  <a:srgbClr val="F4EFE5"/>
                </a:solidFill>
                <a:latin typeface="Cormorant Garamond"/>
                <a:ea typeface="Cormorant Garamond"/>
                <a:cs typeface="Cormorant Garamond"/>
              </a:rPr>
              <a:t>No.00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