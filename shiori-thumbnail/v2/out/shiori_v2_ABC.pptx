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4" name="03_ラベル地（ボルドー）"/>
          <p:cNvSpPr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ラベル文字"/>
          <p:cNvSpPr txBox="1"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関西の純喫茶</a:t>
            </a:r>
          </a:p>
        </p:txBody>
      </p:sp>
      <p:sp>
        <p:nvSpPr>
          <p:cNvPr id="6" name="05_メインタイトル（1行目）"/>
          <p:cNvSpPr txBox="1"/>
          <p:nvPr/>
        </p:nvSpPr>
        <p:spPr>
          <a:xfrm>
            <a:off x="723900" y="1333500"/>
            <a:ext cx="57150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spc="-1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絵を</a:t>
            </a:r>
          </a:p>
        </p:txBody>
      </p:sp>
      <p:sp>
        <p:nvSpPr>
          <p:cNvPr id="7" name="06_メインタイトル（2行目）"/>
          <p:cNvSpPr txBox="1"/>
          <p:nvPr/>
        </p:nvSpPr>
        <p:spPr>
          <a:xfrm>
            <a:off x="666750" y="2400300"/>
            <a:ext cx="9144000" cy="1619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100" b="1" spc="-6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描きたくなる</a:t>
            </a:r>
          </a:p>
        </p:txBody>
      </p:sp>
      <p:sp>
        <p:nvSpPr>
          <p:cNvPr id="8" name="07_メインタイトル（3行目）"/>
          <p:cNvSpPr txBox="1"/>
          <p:nvPr/>
        </p:nvSpPr>
        <p:spPr>
          <a:xfrm>
            <a:off x="1905000" y="3848100"/>
            <a:ext cx="8191500" cy="2000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100" b="1" spc="-7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喫茶店!</a:t>
            </a:r>
          </a:p>
        </p:txBody>
      </p:sp>
      <p:cxnSp>
        <p:nvCxnSpPr>
          <p:cNvPr id="9" name="08_装飾線（琥珀）"/>
          <p:cNvCxnSpPr/>
          <p:nvPr/>
        </p:nvCxnSpPr>
        <p:spPr>
          <a:xfrm>
            <a:off x="2019300" y="5981700"/>
            <a:ext cx="3695700" cy="0"/>
          </a:xfrm>
          <a:prstGeom prst="line">
            <a:avLst/>
          </a:prstGeom>
          <a:ln w="57150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09_サブタイトル"/>
          <p:cNvSpPr txBox="1"/>
          <p:nvPr/>
        </p:nvSpPr>
        <p:spPr>
          <a:xfrm>
            <a:off x="3009900" y="752475"/>
            <a:ext cx="6858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いちじくのフルーツサンドと、スケッチ帳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02_誌名（栞）"/>
          <p:cNvSpPr txBox="1"/>
          <p:nvPr/>
        </p:nvSpPr>
        <p:spPr>
          <a:xfrm>
            <a:off x="533400" y="419100"/>
            <a:ext cx="1905000" cy="142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</a:t>
            </a:r>
          </a:p>
        </p:txBody>
      </p:sp>
      <p:sp>
        <p:nvSpPr>
          <p:cNvPr id="4" name="03_誌名サブ"/>
          <p:cNvSpPr txBox="1"/>
          <p:nvPr/>
        </p:nvSpPr>
        <p:spPr>
          <a:xfrm>
            <a:off x="2247900" y="704850"/>
            <a:ext cx="47625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4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関西の喫茶店記録</a:t>
            </a:r>
          </a:p>
        </p:txBody>
      </p:sp>
      <p:sp>
        <p:nvSpPr>
          <p:cNvPr id="5" name="04_欧文（号表記）"/>
          <p:cNvSpPr txBox="1"/>
          <p:nvPr/>
        </p:nvSpPr>
        <p:spPr>
          <a:xfrm>
            <a:off x="2247900" y="1123950"/>
            <a:ext cx="47625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6" name="05_号数"/>
          <p:cNvSpPr txBox="1"/>
          <p:nvPr/>
        </p:nvSpPr>
        <p:spPr>
          <a:xfrm>
            <a:off x="6667500" y="1123950"/>
            <a:ext cx="30861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2026 AUTUMN</a:t>
            </a:r>
          </a:p>
        </p:txBody>
      </p:sp>
      <p:cxnSp>
        <p:nvCxnSpPr>
          <p:cNvPr id="7" name="06_装飾線（誌名下）"/>
          <p:cNvCxnSpPr/>
          <p:nvPr/>
        </p:nvCxnSpPr>
        <p:spPr>
          <a:xfrm>
            <a:off x="533400" y="1866900"/>
            <a:ext cx="9220200" cy="0"/>
          </a:xfrm>
          <a:prstGeom prst="line">
            <a:avLst/>
          </a:prstGeom>
          <a:ln w="19050">
            <a:solidFill>
              <a:srgbClr val="382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07_写真" descr="photo_magaz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14550"/>
            <a:ext cx="9220200" cy="7810500"/>
          </a:xfrm>
          <a:prstGeom prst="rect">
            <a:avLst/>
          </a:prstGeom>
        </p:spPr>
      </p:pic>
      <p:sp>
        <p:nvSpPr>
          <p:cNvPr id="9" name="08_半透明オーバーレイ（写真の締め）"/>
          <p:cNvSpPr/>
          <p:nvPr/>
        </p:nvSpPr>
        <p:spPr>
          <a:xfrm>
            <a:off x="533400" y="2114550"/>
            <a:ext cx="9220200" cy="7810500"/>
          </a:xfrm>
          <a:prstGeom prst="rect">
            <a:avLst/>
          </a:prstGeom>
          <a:solidFill>
            <a:srgbClr val="38251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9_メインタイトル（1行目）"/>
          <p:cNvSpPr txBox="1"/>
          <p:nvPr/>
        </p:nvSpPr>
        <p:spPr>
          <a:xfrm>
            <a:off x="533400" y="10229850"/>
            <a:ext cx="66675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喫茶店で、</a:t>
            </a:r>
          </a:p>
        </p:txBody>
      </p:sp>
      <p:sp>
        <p:nvSpPr>
          <p:cNvPr id="11" name="10_メインタイトル（2行目）"/>
          <p:cNvSpPr txBox="1"/>
          <p:nvPr/>
        </p:nvSpPr>
        <p:spPr>
          <a:xfrm>
            <a:off x="1447800" y="11220450"/>
            <a:ext cx="72390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絵を描く午後。</a:t>
            </a:r>
          </a:p>
        </p:txBody>
      </p:sp>
      <p:cxnSp>
        <p:nvCxnSpPr>
          <p:cNvPr id="12" name="11_装飾線（特集）"/>
          <p:cNvCxnSpPr/>
          <p:nvPr/>
        </p:nvCxnSpPr>
        <p:spPr>
          <a:xfrm>
            <a:off x="7810500" y="10591800"/>
            <a:ext cx="1943100" cy="0"/>
          </a:xfrm>
          <a:prstGeom prst="line">
            <a:avLst/>
          </a:prstGeom>
          <a:ln w="19050">
            <a:solidFill>
              <a:srgbClr val="B77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12_サブタイトル"/>
          <p:cNvSpPr txBox="1"/>
          <p:nvPr/>
        </p:nvSpPr>
        <p:spPr>
          <a:xfrm>
            <a:off x="6324600" y="10725150"/>
            <a:ext cx="3429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50000"/>
              </a:lnSpc>
            </a:pPr>
            <a:r>
              <a:rPr sz="1650" b="0" spc="22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いちじくのフルーツサンド
珈琲と、スケッチ帳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の額縁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背景写真" descr="photo_fra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9601200" cy="11391900"/>
          </a:xfrm>
          <a:prstGeom prst="rect">
            <a:avLst/>
          </a:prstGeom>
        </p:spPr>
      </p:pic>
      <p:pic>
        <p:nvPicPr>
          <p:cNvPr id="4" name="03_半透明オーバーレイ（上部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42900"/>
            <a:ext cx="9601200" cy="6096000"/>
          </a:xfrm>
          <a:prstGeom prst="rect">
            <a:avLst/>
          </a:prstGeom>
        </p:spPr>
      </p:pic>
      <p:sp>
        <p:nvSpPr>
          <p:cNvPr id="5" name="04_メインタイトル（1行目）"/>
          <p:cNvSpPr txBox="1"/>
          <p:nvPr/>
        </p:nvSpPr>
        <p:spPr>
          <a:xfrm>
            <a:off x="800100" y="876300"/>
            <a:ext cx="66675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いちじくの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>
            <a:off x="704850" y="1885950"/>
            <a:ext cx="9144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9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フルーツサンド</a:t>
            </a:r>
          </a:p>
        </p:txBody>
      </p:sp>
      <p:cxnSp>
        <p:nvCxnSpPr>
          <p:cNvPr id="7" name="06_装飾線（琥珀）"/>
          <p:cNvCxnSpPr/>
          <p:nvPr/>
        </p:nvCxnSpPr>
        <p:spPr>
          <a:xfrm>
            <a:off x="838200" y="3762375"/>
            <a:ext cx="571500" cy="0"/>
          </a:xfrm>
          <a:prstGeom prst="line">
            <a:avLst/>
          </a:prstGeom>
          <a:ln w="2857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07_サブタイトル"/>
          <p:cNvSpPr txBox="1"/>
          <p:nvPr/>
        </p:nvSpPr>
        <p:spPr>
          <a:xfrm>
            <a:off x="1581150" y="3562350"/>
            <a:ext cx="7620000" cy="438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5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珈琲と、スケッチの午後。</a:t>
            </a:r>
          </a:p>
        </p:txBody>
      </p:sp>
      <p:sp>
        <p:nvSpPr>
          <p:cNvPr id="9" name="08_署名（栞）"/>
          <p:cNvSpPr txBox="1"/>
          <p:nvPr/>
        </p:nvSpPr>
        <p:spPr>
          <a:xfrm>
            <a:off x="533400" y="11925300"/>
            <a:ext cx="53340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7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10" name="09_欧文"/>
          <p:cNvSpPr txBox="1"/>
          <p:nvPr/>
        </p:nvSpPr>
        <p:spPr>
          <a:xfrm>
            <a:off x="4991100" y="11925300"/>
            <a:ext cx="36195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11" name="10_号数の地（ボルドー）"/>
          <p:cNvSpPr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11_号数（投稿番号）"/>
          <p:cNvSpPr txBox="1"/>
          <p:nvPr/>
        </p:nvSpPr>
        <p:spPr>
          <a:xfrm>
            <a:off x="8743950" y="12049125"/>
            <a:ext cx="100965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spc="150">
                <a:solidFill>
                  <a:srgbClr val="F4EFE5"/>
                </a:solidFill>
                <a:latin typeface="Cormorant Garamond"/>
                <a:ea typeface="Cormorant Garamond"/>
                <a:cs typeface="Cormorant Garamond"/>
              </a:rPr>
              <a:t>No.91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