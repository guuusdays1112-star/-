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1_背景写真" descr="photo_4x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02_半透明オーバーレイ（上部）" descr="overlay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7239000"/>
          </a:xfrm>
          <a:prstGeom prst="rect">
            <a:avLst/>
          </a:prstGeom>
        </p:spPr>
      </p:pic>
      <p:sp>
        <p:nvSpPr>
          <p:cNvPr id="4" name="03_署名（全投稿で固定）"/>
          <p:cNvSpPr txBox="1"/>
          <p:nvPr/>
        </p:nvSpPr>
        <p:spPr>
          <a:xfrm>
            <a:off x="762000" y="723900"/>
            <a:ext cx="666750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375">
                <a:solidFill>
                  <a:srgbClr val="F4EFE5"/>
                </a:solidFill>
                <a:latin typeface="Shippori Mincho"/>
                <a:ea typeface="Shippori Mincho"/>
                <a:cs typeface="Shippori Mincho"/>
              </a:rPr>
              <a:t>栞｜関西の喫茶店記録</a:t>
            </a:r>
          </a:p>
        </p:txBody>
      </p:sp>
      <p:sp>
        <p:nvSpPr>
          <p:cNvPr id="5" name="04_メインタイトル（1行目）"/>
          <p:cNvSpPr txBox="1"/>
          <p:nvPr/>
        </p:nvSpPr>
        <p:spPr>
          <a:xfrm rot="21420000">
            <a:off x="723900" y="1600200"/>
            <a:ext cx="9372600" cy="12382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0" b="1" spc="-375">
                <a:solidFill>
                  <a:srgbClr val="F4EFE5"/>
                </a:solidFill>
                <a:latin typeface="Shippori Mincho"/>
                <a:ea typeface="Shippori Mincho"/>
                <a:cs typeface="Shippori Mincho"/>
              </a:rPr>
              <a:t>いちじくが主役の</a:t>
            </a:r>
          </a:p>
        </p:txBody>
      </p:sp>
      <p:sp>
        <p:nvSpPr>
          <p:cNvPr id="6" name="05_メインタイトル（2行目）"/>
          <p:cNvSpPr txBox="1"/>
          <p:nvPr/>
        </p:nvSpPr>
        <p:spPr>
          <a:xfrm rot="21420000">
            <a:off x="666750" y="2762250"/>
            <a:ext cx="9429750" cy="1438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700" b="1" spc="-450">
                <a:solidFill>
                  <a:srgbClr val="F4EFE5"/>
                </a:solidFill>
                <a:latin typeface="Shippori Mincho"/>
                <a:ea typeface="Shippori Mincho"/>
                <a:cs typeface="Shippori Mincho"/>
              </a:rPr>
              <a:t>フルーツサンド!</a:t>
            </a:r>
          </a:p>
        </p:txBody>
      </p:sp>
      <p:cxnSp>
        <p:nvCxnSpPr>
          <p:cNvPr id="7" name="06_装飾線（琥珀）"/>
          <p:cNvCxnSpPr/>
          <p:nvPr/>
        </p:nvCxnSpPr>
        <p:spPr>
          <a:xfrm flipV="1">
            <a:off x="800100" y="4171950"/>
            <a:ext cx="3676650" cy="190500"/>
          </a:xfrm>
          <a:prstGeom prst="line">
            <a:avLst/>
          </a:prstGeom>
          <a:ln w="47625">
            <a:solidFill>
              <a:srgbClr val="D9A8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1_背景写真" descr="photo_4x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02_半透明オーバーレイ（上部）" descr="overlay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7239000"/>
          </a:xfrm>
          <a:prstGeom prst="rect">
            <a:avLst/>
          </a:prstGeom>
        </p:spPr>
      </p:pic>
      <p:sp>
        <p:nvSpPr>
          <p:cNvPr id="4" name="03_署名（全投稿で固定）"/>
          <p:cNvSpPr txBox="1"/>
          <p:nvPr/>
        </p:nvSpPr>
        <p:spPr>
          <a:xfrm>
            <a:off x="762000" y="723900"/>
            <a:ext cx="666750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375">
                <a:solidFill>
                  <a:srgbClr val="F4EFE5"/>
                </a:solidFill>
                <a:latin typeface="Shippori Mincho"/>
                <a:ea typeface="Shippori Mincho"/>
                <a:cs typeface="Shippori Mincho"/>
              </a:rPr>
              <a:t>栞｜関西の喫茶店記録</a:t>
            </a:r>
          </a:p>
        </p:txBody>
      </p:sp>
      <p:sp>
        <p:nvSpPr>
          <p:cNvPr id="5" name="04_メインタイトル（1行目）"/>
          <p:cNvSpPr txBox="1"/>
          <p:nvPr/>
        </p:nvSpPr>
        <p:spPr>
          <a:xfrm rot="21420000">
            <a:off x="723900" y="1600200"/>
            <a:ext cx="9372600" cy="1333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100" b="1" spc="-375">
                <a:solidFill>
                  <a:srgbClr val="F4EFE5"/>
                </a:solidFill>
                <a:latin typeface="Shippori Mincho"/>
                <a:ea typeface="Shippori Mincho"/>
                <a:cs typeface="Shippori Mincho"/>
              </a:rPr>
              <a:t>絵を描きたくなる</a:t>
            </a:r>
          </a:p>
        </p:txBody>
      </p:sp>
      <p:sp>
        <p:nvSpPr>
          <p:cNvPr id="6" name="05_メインタイトル（2行目）"/>
          <p:cNvSpPr txBox="1"/>
          <p:nvPr/>
        </p:nvSpPr>
        <p:spPr>
          <a:xfrm rot="21420000">
            <a:off x="2724150" y="2686050"/>
            <a:ext cx="7372350" cy="2133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900" b="1" spc="-675">
                <a:solidFill>
                  <a:srgbClr val="F4EFE5"/>
                </a:solidFill>
                <a:latin typeface="Shippori Mincho"/>
                <a:ea typeface="Shippori Mincho"/>
                <a:cs typeface="Shippori Mincho"/>
              </a:rPr>
              <a:t>喫茶店。</a:t>
            </a:r>
          </a:p>
        </p:txBody>
      </p:sp>
      <p:cxnSp>
        <p:nvCxnSpPr>
          <p:cNvPr id="7" name="06_装飾線（琥珀）"/>
          <p:cNvCxnSpPr/>
          <p:nvPr/>
        </p:nvCxnSpPr>
        <p:spPr>
          <a:xfrm flipV="1">
            <a:off x="2819400" y="4533900"/>
            <a:ext cx="4419600" cy="228600"/>
          </a:xfrm>
          <a:prstGeom prst="line">
            <a:avLst/>
          </a:prstGeom>
          <a:ln w="47625">
            <a:solidFill>
              <a:srgbClr val="D9A8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1_背景写真" descr="photo_4x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02_半透明オーバーレイ（上部）" descr="overlay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7239000"/>
          </a:xfrm>
          <a:prstGeom prst="rect">
            <a:avLst/>
          </a:prstGeom>
        </p:spPr>
      </p:pic>
      <p:sp>
        <p:nvSpPr>
          <p:cNvPr id="4" name="03_署名（全投稿で固定）"/>
          <p:cNvSpPr txBox="1"/>
          <p:nvPr/>
        </p:nvSpPr>
        <p:spPr>
          <a:xfrm>
            <a:off x="762000" y="723900"/>
            <a:ext cx="666750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375">
                <a:solidFill>
                  <a:srgbClr val="F4EFE5"/>
                </a:solidFill>
                <a:latin typeface="Shippori Mincho"/>
                <a:ea typeface="Shippori Mincho"/>
                <a:cs typeface="Shippori Mincho"/>
              </a:rPr>
              <a:t>栞｜関西の喫茶店記録</a:t>
            </a:r>
          </a:p>
        </p:txBody>
      </p:sp>
      <p:sp>
        <p:nvSpPr>
          <p:cNvPr id="5" name="04_メインタイトル（1行目）"/>
          <p:cNvSpPr txBox="1"/>
          <p:nvPr/>
        </p:nvSpPr>
        <p:spPr>
          <a:xfrm rot="21420000">
            <a:off x="723900" y="1600200"/>
            <a:ext cx="9372600" cy="12382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0" b="1" spc="-375">
                <a:solidFill>
                  <a:srgbClr val="F4EFE5"/>
                </a:solidFill>
                <a:latin typeface="Shippori Mincho"/>
                <a:ea typeface="Shippori Mincho"/>
                <a:cs typeface="Shippori Mincho"/>
              </a:rPr>
              <a:t>喫茶店で過ごす、</a:t>
            </a:r>
          </a:p>
        </p:txBody>
      </p:sp>
      <p:sp>
        <p:nvSpPr>
          <p:cNvPr id="6" name="05_メインタイトル（2行目）"/>
          <p:cNvSpPr txBox="1"/>
          <p:nvPr/>
        </p:nvSpPr>
        <p:spPr>
          <a:xfrm rot="21420000">
            <a:off x="1485900" y="2724150"/>
            <a:ext cx="8610600" cy="1733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0" b="1" spc="-525">
                <a:solidFill>
                  <a:srgbClr val="F4EFE5"/>
                </a:solidFill>
                <a:latin typeface="Shippori Mincho"/>
                <a:ea typeface="Shippori Mincho"/>
                <a:cs typeface="Shippori Mincho"/>
              </a:rPr>
              <a:t>ひとりの午後</a:t>
            </a:r>
          </a:p>
        </p:txBody>
      </p:sp>
      <p:cxnSp>
        <p:nvCxnSpPr>
          <p:cNvPr id="7" name="06_装飾線（琥珀）"/>
          <p:cNvCxnSpPr/>
          <p:nvPr/>
        </p:nvCxnSpPr>
        <p:spPr>
          <a:xfrm flipV="1">
            <a:off x="1581150" y="4314825"/>
            <a:ext cx="4133850" cy="219075"/>
          </a:xfrm>
          <a:prstGeom prst="line">
            <a:avLst/>
          </a:prstGeom>
          <a:ln w="47625">
            <a:solidFill>
              <a:srgbClr val="D9A8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