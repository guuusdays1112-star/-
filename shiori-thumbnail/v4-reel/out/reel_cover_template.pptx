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9x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02_半透明オーバーレイ（上部）" descr="overlay_top_r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4" name="03_署名（全投稿で固定）"/>
          <p:cNvSpPr txBox="1"/>
          <p:nvPr/>
        </p:nvSpPr>
        <p:spPr>
          <a:xfrm>
            <a:off x="762000" y="2857500"/>
            <a:ext cx="66675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栞｜関西の喫茶店記録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420000">
            <a:off x="685800" y="3543300"/>
            <a:ext cx="9410700" cy="1285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0" b="1" spc="-375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ひとことの特徴、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420000">
            <a:off x="590550" y="4743450"/>
            <a:ext cx="9505950" cy="148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b="1" spc="-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主役の名前!</a:t>
            </a:r>
          </a:p>
        </p:txBody>
      </p:sp>
      <p:cxnSp>
        <p:nvCxnSpPr>
          <p:cNvPr id="7" name="06_装飾線（琥珀）"/>
          <p:cNvCxnSpPr/>
          <p:nvPr/>
        </p:nvCxnSpPr>
        <p:spPr>
          <a:xfrm flipV="1">
            <a:off x="762000" y="6200775"/>
            <a:ext cx="3810000" cy="200025"/>
          </a:xfrm>
          <a:prstGeom prst="line">
            <a:avLst/>
          </a:prstGeom>
          <a:ln w="57150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