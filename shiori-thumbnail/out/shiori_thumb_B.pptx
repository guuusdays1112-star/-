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1_紙の背景（アイボリー）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02_写真" descr="photo_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9220200" cy="8343900"/>
          </a:xfrm>
          <a:prstGeom prst="rect">
            <a:avLst/>
          </a:prstGeom>
        </p:spPr>
      </p:pic>
      <p:sp>
        <p:nvSpPr>
          <p:cNvPr id="4" name="03_オーバーレイ（写真の締め）"/>
          <p:cNvSpPr/>
          <p:nvPr/>
        </p:nvSpPr>
        <p:spPr>
          <a:xfrm>
            <a:off x="533400" y="533400"/>
            <a:ext cx="9220200" cy="8343900"/>
          </a:xfrm>
          <a:prstGeom prst="rect">
            <a:avLst/>
          </a:prstGeom>
          <a:solidFill>
            <a:srgbClr val="24180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04_アイブロウ（欧文）"/>
          <p:cNvSpPr txBox="1"/>
          <p:nvPr/>
        </p:nvSpPr>
        <p:spPr>
          <a:xfrm>
            <a:off x="533400" y="9315450"/>
            <a:ext cx="92202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spc="525">
                <a:solidFill>
                  <a:srgbClr val="C98B3E"/>
                </a:solidFill>
                <a:latin typeface="Cormorant Garamond"/>
                <a:ea typeface="Cormorant Garamond"/>
                <a:cs typeface="Cormorant Garamond"/>
              </a:rPr>
              <a:t>KISSATEN NOTES  —  SHIORI</a:t>
            </a:r>
          </a:p>
        </p:txBody>
      </p:sp>
      <p:sp>
        <p:nvSpPr>
          <p:cNvPr id="6" name="05_メインタイトル"/>
          <p:cNvSpPr txBox="1"/>
          <p:nvPr/>
        </p:nvSpPr>
        <p:spPr>
          <a:xfrm>
            <a:off x="533400" y="9696450"/>
            <a:ext cx="9220200" cy="190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sz="6000" b="0" spc="150">
                <a:solidFill>
                  <a:srgbClr val="3A2A20"/>
                </a:solidFill>
                <a:latin typeface="Shippori Mincho"/>
                <a:ea typeface="Shippori Mincho"/>
                <a:cs typeface="Shippori Mincho"/>
              </a:rPr>
              <a:t>喫茶店で、</a:t>
            </a:r>
          </a:p>
          <a:p>
            <a:pPr algn="ctr">
              <a:lnSpc>
                <a:spcPct val="116000"/>
              </a:lnSpc>
            </a:pPr>
            <a:r>
              <a:rPr sz="6000" b="0" spc="150">
                <a:solidFill>
                  <a:srgbClr val="3A2A20"/>
                </a:solidFill>
                <a:latin typeface="Shippori Mincho"/>
                <a:ea typeface="Shippori Mincho"/>
                <a:cs typeface="Shippori Mincho"/>
              </a:rPr>
              <a:t>絵を描く午後。</a:t>
            </a:r>
          </a:p>
        </p:txBody>
      </p:sp>
      <p:cxnSp>
        <p:nvCxnSpPr>
          <p:cNvPr id="7" name="06_装飾線（左）"/>
          <p:cNvCxnSpPr/>
          <p:nvPr/>
        </p:nvCxnSpPr>
        <p:spPr>
          <a:xfrm>
            <a:off x="2076450" y="12287250"/>
            <a:ext cx="419100" cy="0"/>
          </a:xfrm>
          <a:prstGeom prst="line">
            <a:avLst/>
          </a:prstGeom>
          <a:ln w="19050">
            <a:solidFill>
              <a:srgbClr val="C98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06_装飾線（右）"/>
          <p:cNvCxnSpPr/>
          <p:nvPr/>
        </p:nvCxnSpPr>
        <p:spPr>
          <a:xfrm>
            <a:off x="7791450" y="12287250"/>
            <a:ext cx="419100" cy="0"/>
          </a:xfrm>
          <a:prstGeom prst="line">
            <a:avLst/>
          </a:prstGeom>
          <a:ln w="19050">
            <a:solidFill>
              <a:srgbClr val="C98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07_サブタイトル"/>
          <p:cNvSpPr txBox="1"/>
          <p:nvPr/>
        </p:nvSpPr>
        <p:spPr>
          <a:xfrm>
            <a:off x="533400" y="12115800"/>
            <a:ext cx="92202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spc="375">
                <a:solidFill>
                  <a:srgbClr val="3A2A20"/>
                </a:solidFill>
                <a:latin typeface="Shippori Mincho"/>
                <a:ea typeface="Shippori Mincho"/>
                <a:cs typeface="Shippori Mincho"/>
              </a:rPr>
              <a:t>いちじくのフルーツサンドと珈琲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