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sp>
        <p:nvSpPr>
          <p:cNvPr id="4" name="03_サブタイトル"/>
          <p:cNvSpPr txBox="1"/>
          <p:nvPr/>
        </p:nvSpPr>
        <p:spPr>
          <a:xfrm>
            <a:off x="876300" y="742950"/>
            <a:ext cx="857250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50" b="0" spc="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いちじくのフルーツサンドと、スケッチブック</a:t>
            </a:r>
          </a:p>
        </p:txBody>
      </p:sp>
      <p:sp>
        <p:nvSpPr>
          <p:cNvPr id="5" name="04_メインタイトル（1行目）"/>
          <p:cNvSpPr txBox="1"/>
          <p:nvPr/>
        </p:nvSpPr>
        <p:spPr>
          <a:xfrm rot="21360000">
            <a:off x="666750" y="1428750"/>
            <a:ext cx="8953500" cy="1238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400" b="1" spc="-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絵を描きたくなる</a:t>
            </a:r>
          </a:p>
        </p:txBody>
      </p:sp>
      <p:sp>
        <p:nvSpPr>
          <p:cNvPr id="6" name="05_メインタイトル（2行目）"/>
          <p:cNvSpPr txBox="1"/>
          <p:nvPr/>
        </p:nvSpPr>
        <p:spPr>
          <a:xfrm rot="21360000">
            <a:off x="2247900" y="2705100"/>
            <a:ext cx="6667500" cy="1714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700" b="1" spc="-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喫茶店!</a:t>
            </a:r>
          </a:p>
        </p:txBody>
      </p:sp>
      <p:cxnSp>
        <p:nvCxnSpPr>
          <p:cNvPr id="7" name="06_装飾線（琥珀のアンダーライン）"/>
          <p:cNvCxnSpPr/>
          <p:nvPr/>
        </p:nvCxnSpPr>
        <p:spPr>
          <a:xfrm flipV="1">
            <a:off x="2495550" y="4457700"/>
            <a:ext cx="4171950" cy="285750"/>
          </a:xfrm>
          <a:prstGeom prst="line">
            <a:avLst/>
          </a:prstGeom>
          <a:ln w="57150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