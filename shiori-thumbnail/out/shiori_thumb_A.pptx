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1_背景写真" descr="photo_4x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02_オーバーレイ（上部の陰影）" descr="overlay_top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6286500"/>
          </a:xfrm>
          <a:prstGeom prst="rect">
            <a:avLst/>
          </a:prstGeom>
        </p:spPr>
      </p:pic>
      <p:sp>
        <p:nvSpPr>
          <p:cNvPr id="4" name="03_サブタイトル"/>
          <p:cNvSpPr txBox="1"/>
          <p:nvPr/>
        </p:nvSpPr>
        <p:spPr>
          <a:xfrm>
            <a:off x="876300" y="742950"/>
            <a:ext cx="8572500" cy="419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50" b="0" spc="300">
                <a:solidFill>
                  <a:srgbClr val="FFFBF3"/>
                </a:solidFill>
                <a:latin typeface="Shippori Mincho"/>
                <a:ea typeface="Shippori Mincho"/>
                <a:cs typeface="Shippori Mincho"/>
              </a:rPr>
              <a:t>いちじくのフルーツサンドと、スケッチブック</a:t>
            </a:r>
          </a:p>
        </p:txBody>
      </p:sp>
      <p:sp>
        <p:nvSpPr>
          <p:cNvPr id="5" name="04_メインタイトル（1行目）"/>
          <p:cNvSpPr txBox="1"/>
          <p:nvPr/>
        </p:nvSpPr>
        <p:spPr>
          <a:xfrm rot="21360000">
            <a:off x="666750" y="1428750"/>
            <a:ext cx="8953500" cy="12382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400" b="1" spc="-300">
                <a:solidFill>
                  <a:srgbClr val="FFFBF3"/>
                </a:solidFill>
                <a:latin typeface="Zen Old Mincho"/>
                <a:ea typeface="Zen Old Mincho"/>
                <a:cs typeface="Zen Old Mincho"/>
              </a:rPr>
              <a:t>絵を描きたくなる</a:t>
            </a:r>
          </a:p>
        </p:txBody>
      </p:sp>
      <p:sp>
        <p:nvSpPr>
          <p:cNvPr id="6" name="05_メインタイトル（2行目）"/>
          <p:cNvSpPr txBox="1"/>
          <p:nvPr/>
        </p:nvSpPr>
        <p:spPr>
          <a:xfrm rot="21360000">
            <a:off x="2247900" y="2705100"/>
            <a:ext cx="6667500" cy="1714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700" b="1" spc="-300">
                <a:solidFill>
                  <a:srgbClr val="FFFBF3"/>
                </a:solidFill>
                <a:latin typeface="Zen Old Mincho"/>
                <a:ea typeface="Zen Old Mincho"/>
                <a:cs typeface="Zen Old Mincho"/>
              </a:rPr>
              <a:t>喫茶店!</a:t>
            </a:r>
          </a:p>
        </p:txBody>
      </p:sp>
      <p:cxnSp>
        <p:nvCxnSpPr>
          <p:cNvPr id="7" name="06_装飾線（琥珀のアンダーライン）"/>
          <p:cNvCxnSpPr/>
          <p:nvPr/>
        </p:nvCxnSpPr>
        <p:spPr>
          <a:xfrm flipV="1">
            <a:off x="2495550" y="4457700"/>
            <a:ext cx="4171950" cy="285750"/>
          </a:xfrm>
          <a:prstGeom prst="line">
            <a:avLst/>
          </a:prstGeom>
          <a:ln w="57150">
            <a:solidFill>
              <a:srgbClr val="E3B1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