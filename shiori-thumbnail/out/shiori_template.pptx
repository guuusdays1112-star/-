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1_背景写真" descr="photo_4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02_オーバーレイ（上部の陰影）" descr="overlay_top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6286500"/>
          </a:xfrm>
          <a:prstGeom prst="rect">
            <a:avLst/>
          </a:prstGeom>
        </p:spPr>
      </p:pic>
      <p:sp>
        <p:nvSpPr>
          <p:cNvPr id="4" name="03_サブタイトル"/>
          <p:cNvSpPr txBox="1"/>
          <p:nvPr/>
        </p:nvSpPr>
        <p:spPr>
          <a:xfrm>
            <a:off x="876300" y="742950"/>
            <a:ext cx="857250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50" b="0" spc="300">
                <a:solidFill>
                  <a:srgbClr val="FFFBF3"/>
                </a:solidFill>
                <a:latin typeface="Shippori Mincho"/>
                <a:ea typeface="Shippori Mincho"/>
                <a:cs typeface="Shippori Mincho"/>
              </a:rPr>
              <a:t>サブ：主役のメニューや具体名</a:t>
            </a:r>
          </a:p>
        </p:txBody>
      </p:sp>
      <p:sp>
        <p:nvSpPr>
          <p:cNvPr id="5" name="04_メインタイトル（1行目）"/>
          <p:cNvSpPr txBox="1"/>
          <p:nvPr/>
        </p:nvSpPr>
        <p:spPr>
          <a:xfrm rot="21360000">
            <a:off x="666750" y="1428750"/>
            <a:ext cx="8953500" cy="1238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400" b="1" spc="-300">
                <a:solidFill>
                  <a:srgbClr val="FFFBF3"/>
                </a:solidFill>
                <a:latin typeface="Shippori Mincho"/>
                <a:ea typeface="Shippori Mincho"/>
                <a:cs typeface="Shippori Mincho"/>
              </a:rPr>
              <a:t>テーマを一言で</a:t>
            </a:r>
          </a:p>
        </p:txBody>
      </p:sp>
      <p:sp>
        <p:nvSpPr>
          <p:cNvPr id="6" name="05_メインタイトル（2行目）"/>
          <p:cNvSpPr txBox="1"/>
          <p:nvPr/>
        </p:nvSpPr>
        <p:spPr>
          <a:xfrm rot="21360000">
            <a:off x="2247900" y="2705100"/>
            <a:ext cx="6667500" cy="1714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700" b="1" spc="-300">
                <a:solidFill>
                  <a:srgbClr val="FFFBF3"/>
                </a:solidFill>
                <a:latin typeface="Shippori Mincho"/>
                <a:ea typeface="Shippori Mincho"/>
                <a:cs typeface="Shippori Mincho"/>
              </a:rPr>
              <a:t>喫茶店!</a:t>
            </a:r>
          </a:p>
        </p:txBody>
      </p:sp>
      <p:cxnSp>
        <p:nvCxnSpPr>
          <p:cNvPr id="7" name="06_装飾線（琥珀のアンダーライン）"/>
          <p:cNvCxnSpPr/>
          <p:nvPr/>
        </p:nvCxnSpPr>
        <p:spPr>
          <a:xfrm flipV="1">
            <a:off x="2495550" y="4457700"/>
            <a:ext cx="4171950" cy="285750"/>
          </a:xfrm>
          <a:prstGeom prst="line">
            <a:avLst/>
          </a:prstGeom>
          <a:ln w="57150">
            <a:solidFill>
              <a:srgbClr val="E3B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01_紙の背景（アイボリー）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02_写真" descr="photo_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9220200" cy="8343900"/>
          </a:xfrm>
          <a:prstGeom prst="rect">
            <a:avLst/>
          </a:prstGeom>
        </p:spPr>
      </p:pic>
      <p:sp>
        <p:nvSpPr>
          <p:cNvPr id="4" name="03_オーバーレイ（写真の締め）"/>
          <p:cNvSpPr/>
          <p:nvPr/>
        </p:nvSpPr>
        <p:spPr>
          <a:xfrm>
            <a:off x="533400" y="533400"/>
            <a:ext cx="9220200" cy="8343900"/>
          </a:xfrm>
          <a:prstGeom prst="rect">
            <a:avLst/>
          </a:prstGeom>
          <a:solidFill>
            <a:srgbClr val="24180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04_アイブロウ（欧文）"/>
          <p:cNvSpPr txBox="1"/>
          <p:nvPr/>
        </p:nvSpPr>
        <p:spPr>
          <a:xfrm>
            <a:off x="533400" y="9315450"/>
            <a:ext cx="92202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spc="525">
                <a:solidFill>
                  <a:srgbClr val="C98B3E"/>
                </a:solidFill>
                <a:latin typeface="Cormorant Garamond"/>
                <a:ea typeface="Cormorant Garamond"/>
                <a:cs typeface="Cormorant Garamond"/>
              </a:rPr>
              <a:t>KISSATEN NOTES  —  SHIORI</a:t>
            </a:r>
          </a:p>
        </p:txBody>
      </p:sp>
      <p:sp>
        <p:nvSpPr>
          <p:cNvPr id="6" name="05_メインタイトル"/>
          <p:cNvSpPr txBox="1"/>
          <p:nvPr/>
        </p:nvSpPr>
        <p:spPr>
          <a:xfrm>
            <a:off x="533400" y="9696450"/>
            <a:ext cx="9220200" cy="190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6000"/>
              </a:lnSpc>
            </a:pPr>
            <a:r>
              <a:rPr sz="6000" b="0" spc="150">
                <a:solidFill>
                  <a:srgbClr val="3A2A20"/>
                </a:solidFill>
                <a:latin typeface="Shippori Mincho"/>
                <a:ea typeface="Shippori Mincho"/>
                <a:cs typeface="Shippori Mincho"/>
              </a:rPr>
              <a:t>一行目の言葉、</a:t>
            </a:r>
          </a:p>
          <a:p>
            <a:pPr algn="ctr">
              <a:lnSpc>
                <a:spcPct val="116000"/>
              </a:lnSpc>
            </a:pPr>
            <a:r>
              <a:rPr sz="6000" b="0" spc="150">
                <a:solidFill>
                  <a:srgbClr val="3A2A20"/>
                </a:solidFill>
                <a:latin typeface="Shippori Mincho"/>
                <a:ea typeface="Shippori Mincho"/>
                <a:cs typeface="Shippori Mincho"/>
              </a:rPr>
              <a:t>二行目の余韻。</a:t>
            </a:r>
          </a:p>
        </p:txBody>
      </p:sp>
      <p:cxnSp>
        <p:nvCxnSpPr>
          <p:cNvPr id="7" name="06_装飾線（左）"/>
          <p:cNvCxnSpPr/>
          <p:nvPr/>
        </p:nvCxnSpPr>
        <p:spPr>
          <a:xfrm>
            <a:off x="2076450" y="12287250"/>
            <a:ext cx="419100" cy="0"/>
          </a:xfrm>
          <a:prstGeom prst="line">
            <a:avLst/>
          </a:prstGeom>
          <a:ln w="19050">
            <a:solidFill>
              <a:srgbClr val="C98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06_装飾線（右）"/>
          <p:cNvCxnSpPr/>
          <p:nvPr/>
        </p:nvCxnSpPr>
        <p:spPr>
          <a:xfrm>
            <a:off x="7791450" y="12287250"/>
            <a:ext cx="419100" cy="0"/>
          </a:xfrm>
          <a:prstGeom prst="line">
            <a:avLst/>
          </a:prstGeom>
          <a:ln w="19050">
            <a:solidFill>
              <a:srgbClr val="C98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07_サブタイトル"/>
          <p:cNvSpPr txBox="1"/>
          <p:nvPr/>
        </p:nvSpPr>
        <p:spPr>
          <a:xfrm>
            <a:off x="533400" y="12115800"/>
            <a:ext cx="92202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spc="375">
                <a:solidFill>
                  <a:srgbClr val="3A2A20"/>
                </a:solidFill>
                <a:latin typeface="Shippori Mincho"/>
                <a:ea typeface="Shippori Mincho"/>
                <a:cs typeface="Shippori Mincho"/>
              </a:rPr>
              <a:t>サブ：メニュー名・店名・街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1_背景写真" descr="photo_4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02_オーバーレイ（上部の陰影）" descr="overlay_top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6286500"/>
          </a:xfrm>
          <a:prstGeom prst="rect">
            <a:avLst/>
          </a:prstGeom>
        </p:spPr>
      </p:pic>
      <p:cxnSp>
        <p:nvCxnSpPr>
          <p:cNvPr id="4" name="03_装飾線"/>
          <p:cNvCxnSpPr/>
          <p:nvPr/>
        </p:nvCxnSpPr>
        <p:spPr>
          <a:xfrm>
            <a:off x="876300" y="962025"/>
            <a:ext cx="457200" cy="0"/>
          </a:xfrm>
          <a:prstGeom prst="line">
            <a:avLst/>
          </a:prstGeom>
          <a:ln w="28575">
            <a:solidFill>
              <a:srgbClr val="E3B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04_アイブロウ（欧文）"/>
          <p:cNvSpPr txBox="1"/>
          <p:nvPr/>
        </p:nvSpPr>
        <p:spPr>
          <a:xfrm>
            <a:off x="1485900" y="781050"/>
            <a:ext cx="76200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50" b="0" spc="450">
                <a:solidFill>
                  <a:srgbClr val="FFFBF3"/>
                </a:solidFill>
                <a:latin typeface="Cormorant Garamond"/>
                <a:ea typeface="Cormorant Garamond"/>
                <a:cs typeface="Cormorant Garamond"/>
              </a:rPr>
              <a:t>ENGLISH SUBTITLE HERE</a:t>
            </a:r>
          </a:p>
        </p:txBody>
      </p:sp>
      <p:sp>
        <p:nvSpPr>
          <p:cNvPr id="6" name="05_メインタイトル（1行目）"/>
          <p:cNvSpPr txBox="1"/>
          <p:nvPr/>
        </p:nvSpPr>
        <p:spPr>
          <a:xfrm>
            <a:off x="762000" y="1428750"/>
            <a:ext cx="8953500" cy="1143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50" b="1" spc="-150">
                <a:solidFill>
                  <a:srgbClr val="FFFBF3"/>
                </a:solidFill>
                <a:latin typeface="Shippori Mincho"/>
                <a:ea typeface="Shippori Mincho"/>
                <a:cs typeface="Shippori Mincho"/>
              </a:rPr>
              <a:t>主役の名前と、</a:t>
            </a:r>
          </a:p>
        </p:txBody>
      </p:sp>
      <p:sp>
        <p:nvSpPr>
          <p:cNvPr id="7" name="05_メインタイトル（2行目）"/>
          <p:cNvSpPr txBox="1"/>
          <p:nvPr/>
        </p:nvSpPr>
        <p:spPr>
          <a:xfrm>
            <a:off x="1981200" y="2533650"/>
            <a:ext cx="8191500" cy="1143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50" b="1" spc="-150">
                <a:solidFill>
                  <a:srgbClr val="FFFBF3"/>
                </a:solidFill>
                <a:latin typeface="Shippori Mincho"/>
                <a:ea typeface="Shippori Mincho"/>
                <a:cs typeface="Shippori Mincho"/>
              </a:rPr>
              <a:t>過ごし方の午後。</a:t>
            </a:r>
          </a:p>
        </p:txBody>
      </p:sp>
      <p:sp>
        <p:nvSpPr>
          <p:cNvPr id="8" name="06_サブタイトル"/>
          <p:cNvSpPr txBox="1"/>
          <p:nvPr/>
        </p:nvSpPr>
        <p:spPr>
          <a:xfrm>
            <a:off x="2019300" y="4191000"/>
            <a:ext cx="76200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0" spc="375">
                <a:solidFill>
                  <a:srgbClr val="FFFBF3"/>
                </a:solidFill>
                <a:latin typeface="Shippori Mincho"/>
                <a:ea typeface="Shippori Mincho"/>
                <a:cs typeface="Shippori Mincho"/>
              </a:rPr>
              <a:t>関西の喫茶店記録｜栞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