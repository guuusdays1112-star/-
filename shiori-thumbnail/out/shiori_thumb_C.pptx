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オーバーレイ（上部の陰影）" descr="overlay_to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286500"/>
          </a:xfrm>
          <a:prstGeom prst="rect">
            <a:avLst/>
          </a:prstGeom>
        </p:spPr>
      </p:pic>
      <p:cxnSp>
        <p:nvCxnSpPr>
          <p:cNvPr id="4" name="03_装飾線"/>
          <p:cNvCxnSpPr/>
          <p:nvPr/>
        </p:nvCxnSpPr>
        <p:spPr>
          <a:xfrm>
            <a:off x="876300" y="962025"/>
            <a:ext cx="457200" cy="0"/>
          </a:xfrm>
          <a:prstGeom prst="line">
            <a:avLst/>
          </a:prstGeom>
          <a:ln w="28575">
            <a:solidFill>
              <a:srgbClr val="E3B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04_アイブロウ（欧文）"/>
          <p:cNvSpPr txBox="1"/>
          <p:nvPr/>
        </p:nvSpPr>
        <p:spPr>
          <a:xfrm>
            <a:off x="1485900" y="781050"/>
            <a:ext cx="7620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spc="450">
                <a:solidFill>
                  <a:srgbClr val="FFFBF3"/>
                </a:solidFill>
                <a:latin typeface="Cormorant Garamond"/>
                <a:ea typeface="Cormorant Garamond"/>
                <a:cs typeface="Cormorant Garamond"/>
              </a:rPr>
              <a:t>FIG SANDWICH &amp; A SKETCHBOOK</a:t>
            </a:r>
          </a:p>
        </p:txBody>
      </p:sp>
      <p:sp>
        <p:nvSpPr>
          <p:cNvPr id="6" name="05_メインタイトル"/>
          <p:cNvSpPr txBox="1"/>
          <p:nvPr/>
        </p:nvSpPr>
        <p:spPr>
          <a:xfrm>
            <a:off x="762000" y="1295400"/>
            <a:ext cx="9144000" cy="266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7650" spc="-150">
                <a:solidFill>
                  <a:srgbClr val="FFFBF3"/>
                </a:solidFill>
                <a:latin typeface="Shippori Mincho ExtraBold"/>
                <a:ea typeface="Shippori Mincho ExtraBold"/>
                <a:cs typeface="Shippori Mincho ExtraBold"/>
              </a:rPr>
              <a:t>いちじくと、</a:t>
            </a:r>
          </a:p>
          <a:p>
            <a:pPr algn="l" marL="1219200">
              <a:lnSpc>
                <a:spcPct val="114000"/>
              </a:lnSpc>
            </a:pPr>
            <a:r>
              <a:rPr sz="7650" spc="-150">
                <a:solidFill>
                  <a:srgbClr val="FFFBF3"/>
                </a:solidFill>
                <a:latin typeface="Shippori Mincho ExtraBold"/>
                <a:ea typeface="Shippori Mincho ExtraBold"/>
                <a:cs typeface="Shippori Mincho ExtraBold"/>
              </a:rPr>
              <a:t>スケッチの午後。</a:t>
            </a:r>
          </a:p>
        </p:txBody>
      </p:sp>
      <p:sp>
        <p:nvSpPr>
          <p:cNvPr id="7" name="06_サブタイトル"/>
          <p:cNvSpPr txBox="1"/>
          <p:nvPr/>
        </p:nvSpPr>
        <p:spPr>
          <a:xfrm>
            <a:off x="2019300" y="4191000"/>
            <a:ext cx="7620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spc="375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関西の喫茶店記録｜栞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