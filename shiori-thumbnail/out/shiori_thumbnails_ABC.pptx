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sp>
        <p:nvSpPr>
          <p:cNvPr id="4" name="03_サブタイトル"/>
          <p:cNvSpPr txBox="1"/>
          <p:nvPr/>
        </p:nvSpPr>
        <p:spPr>
          <a:xfrm>
            <a:off x="876300" y="742950"/>
            <a:ext cx="857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spc="30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いちじくのフルーツサンドと、スケッチブック</a:t>
            </a:r>
          </a:p>
        </p:txBody>
      </p:sp>
      <p:sp>
        <p:nvSpPr>
          <p:cNvPr id="5" name="04_メインタイトル"/>
          <p:cNvSpPr txBox="1"/>
          <p:nvPr/>
        </p:nvSpPr>
        <p:spPr>
          <a:xfrm rot="21360000">
            <a:off x="666750" y="1219200"/>
            <a:ext cx="9144000" cy="3143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4000"/>
              </a:lnSpc>
            </a:pPr>
            <a:r>
              <a:rPr sz="8400" spc="-300">
                <a:solidFill>
                  <a:srgbClr val="FFFBF3"/>
                </a:solidFill>
                <a:latin typeface="Zen Old Mincho Black"/>
                <a:ea typeface="Zen Old Mincho Black"/>
                <a:cs typeface="Zen Old Mincho Black"/>
              </a:rPr>
              <a:t>絵を描きたくなる</a:t>
            </a:r>
          </a:p>
          <a:p>
            <a:pPr algn="l" marL="1619250">
              <a:lnSpc>
                <a:spcPct val="104000"/>
              </a:lnSpc>
            </a:pPr>
            <a:r>
              <a:rPr sz="11700" spc="-300">
                <a:solidFill>
                  <a:srgbClr val="FFFBF3"/>
                </a:solidFill>
                <a:latin typeface="Zen Old Mincho Black"/>
                <a:ea typeface="Zen Old Mincho Black"/>
                <a:cs typeface="Zen Old Mincho Black"/>
              </a:rPr>
              <a:t>喫茶店!</a:t>
            </a:r>
          </a:p>
        </p:txBody>
      </p:sp>
      <p:cxnSp>
        <p:nvCxnSpPr>
          <p:cNvPr id="6" name="05_装飾線（琥珀のアンダーライン）"/>
          <p:cNvCxnSpPr/>
          <p:nvPr/>
        </p:nvCxnSpPr>
        <p:spPr>
          <a:xfrm flipV="1">
            <a:off x="2495550" y="4267200"/>
            <a:ext cx="4171950" cy="285750"/>
          </a:xfrm>
          <a:prstGeom prst="line">
            <a:avLst/>
          </a:prstGeom>
          <a:ln w="57150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01_紙の背景（アイボリー）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02_写真" descr="photo_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9220200" cy="8343900"/>
          </a:xfrm>
          <a:prstGeom prst="rect">
            <a:avLst/>
          </a:prstGeom>
        </p:spPr>
      </p:pic>
      <p:sp>
        <p:nvSpPr>
          <p:cNvPr id="4" name="03_オーバーレイ（写真の締め）"/>
          <p:cNvSpPr/>
          <p:nvPr/>
        </p:nvSpPr>
        <p:spPr>
          <a:xfrm>
            <a:off x="533400" y="533400"/>
            <a:ext cx="9220200" cy="8343900"/>
          </a:xfrm>
          <a:prstGeom prst="rect">
            <a:avLst/>
          </a:prstGeom>
          <a:solidFill>
            <a:srgbClr val="24180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4_アイブロウ（欧文）"/>
          <p:cNvSpPr txBox="1"/>
          <p:nvPr/>
        </p:nvSpPr>
        <p:spPr>
          <a:xfrm>
            <a:off x="533400" y="9315450"/>
            <a:ext cx="9220200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spc="525">
                <a:solidFill>
                  <a:srgbClr val="C98B3E"/>
                </a:solidFill>
                <a:latin typeface="Cormorant Garamond"/>
                <a:ea typeface="Cormorant Garamond"/>
                <a:cs typeface="Cormorant Garamond"/>
              </a:rPr>
              <a:t>KISSATEN NOTES  —  SHIORI</a:t>
            </a:r>
          </a:p>
        </p:txBody>
      </p:sp>
      <p:sp>
        <p:nvSpPr>
          <p:cNvPr id="6" name="05_メインタイトル"/>
          <p:cNvSpPr txBox="1"/>
          <p:nvPr/>
        </p:nvSpPr>
        <p:spPr>
          <a:xfrm>
            <a:off x="533400" y="9696450"/>
            <a:ext cx="92202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600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喫茶店で、</a:t>
            </a:r>
          </a:p>
          <a:p>
            <a:pPr algn="ctr">
              <a:lnSpc>
                <a:spcPct val="116000"/>
              </a:lnSpc>
            </a:pPr>
            <a:r>
              <a:rPr sz="6000" spc="150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絵を描く午後。</a:t>
            </a:r>
          </a:p>
        </p:txBody>
      </p:sp>
      <p:cxnSp>
        <p:nvCxnSpPr>
          <p:cNvPr id="7" name="06_装飾線（左）"/>
          <p:cNvCxnSpPr/>
          <p:nvPr/>
        </p:nvCxnSpPr>
        <p:spPr>
          <a:xfrm>
            <a:off x="2076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06_装飾線（右）"/>
          <p:cNvCxnSpPr/>
          <p:nvPr/>
        </p:nvCxnSpPr>
        <p:spPr>
          <a:xfrm>
            <a:off x="7791450" y="12287250"/>
            <a:ext cx="419100" cy="0"/>
          </a:xfrm>
          <a:prstGeom prst="line">
            <a:avLst/>
          </a:prstGeom>
          <a:ln w="19050">
            <a:solidFill>
              <a:srgbClr val="C98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07_サブタイトル"/>
          <p:cNvSpPr txBox="1"/>
          <p:nvPr/>
        </p:nvSpPr>
        <p:spPr>
          <a:xfrm>
            <a:off x="533400" y="12115800"/>
            <a:ext cx="92202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spc="375">
                <a:solidFill>
                  <a:srgbClr val="3A2A20"/>
                </a:solidFill>
                <a:latin typeface="Shippori Mincho"/>
                <a:ea typeface="Shippori Mincho"/>
                <a:cs typeface="Shippori Mincho"/>
              </a:rPr>
              <a:t>いちじくのフルーツサンドと珈琲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cxnSp>
        <p:nvCxnSpPr>
          <p:cNvPr id="4" name="03_装飾線"/>
          <p:cNvCxnSpPr/>
          <p:nvPr/>
        </p:nvCxnSpPr>
        <p:spPr>
          <a:xfrm>
            <a:off x="876300" y="962025"/>
            <a:ext cx="457200" cy="0"/>
          </a:xfrm>
          <a:prstGeom prst="line">
            <a:avLst/>
          </a:prstGeom>
          <a:ln w="28575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04_アイブロウ（欧文）"/>
          <p:cNvSpPr txBox="1"/>
          <p:nvPr/>
        </p:nvSpPr>
        <p:spPr>
          <a:xfrm>
            <a:off x="1485900" y="78105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50" spc="450">
                <a:solidFill>
                  <a:srgbClr val="FFFBF3"/>
                </a:solidFill>
                <a:latin typeface="Cormorant Garamond"/>
                <a:ea typeface="Cormorant Garamond"/>
                <a:cs typeface="Cormorant Garamond"/>
              </a:rPr>
              <a:t>FIG SANDWICH &amp; A SKETCHBOOK</a:t>
            </a:r>
          </a:p>
        </p:txBody>
      </p:sp>
      <p:sp>
        <p:nvSpPr>
          <p:cNvPr id="6" name="05_メインタイトル"/>
          <p:cNvSpPr txBox="1"/>
          <p:nvPr/>
        </p:nvSpPr>
        <p:spPr>
          <a:xfrm>
            <a:off x="762000" y="1295400"/>
            <a:ext cx="9144000" cy="266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7650" spc="-150">
                <a:solidFill>
                  <a:srgbClr val="FFFBF3"/>
                </a:solidFill>
                <a:latin typeface="Shippori Mincho ExtraBold"/>
                <a:ea typeface="Shippori Mincho ExtraBold"/>
                <a:cs typeface="Shippori Mincho ExtraBold"/>
              </a:rPr>
              <a:t>いちじくと、</a:t>
            </a:r>
          </a:p>
          <a:p>
            <a:pPr algn="l" marL="1219200">
              <a:lnSpc>
                <a:spcPct val="114000"/>
              </a:lnSpc>
            </a:pPr>
            <a:r>
              <a:rPr sz="7650" spc="-150">
                <a:solidFill>
                  <a:srgbClr val="FFFBF3"/>
                </a:solidFill>
                <a:latin typeface="Shippori Mincho ExtraBold"/>
                <a:ea typeface="Shippori Mincho ExtraBold"/>
                <a:cs typeface="Shippori Mincho ExtraBold"/>
              </a:rPr>
              <a:t>スケッチの午後。</a:t>
            </a:r>
          </a:p>
        </p:txBody>
      </p:sp>
      <p:sp>
        <p:nvSpPr>
          <p:cNvPr id="7" name="06_サブタイトル"/>
          <p:cNvSpPr txBox="1"/>
          <p:nvPr/>
        </p:nvSpPr>
        <p:spPr>
          <a:xfrm>
            <a:off x="2019300" y="4191000"/>
            <a:ext cx="7620000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spc="375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関西の喫茶店記録｜栞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